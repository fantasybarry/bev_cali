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0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89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85B715-AD0A-47F9-3E5F-F8FA21CAB4AE}" v="15" dt="2026-10-21T20:44:44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0"/>
    <p:restoredTop sz="93497"/>
  </p:normalViewPr>
  <p:slideViewPr>
    <p:cSldViewPr snapToGrid="0">
      <p:cViewPr varScale="1">
        <p:scale>
          <a:sx n="206" d="100"/>
          <a:sy n="206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, Bin" userId="S::binxu@ou.edu::145e1070-b847-4595-9a1d-8e7761eb9e6f" providerId="AD" clId="Web-{7185B715-AD0A-47F9-3E5F-F8FA21CAB4AE}"/>
    <pc:docChg chg="addSld modSld sldOrd">
      <pc:chgData name="Xu, Bin" userId="S::binxu@ou.edu::145e1070-b847-4595-9a1d-8e7761eb9e6f" providerId="AD" clId="Web-{7185B715-AD0A-47F9-3E5F-F8FA21CAB4AE}" dt="2026-10-21T20:44:44.961" v="8" actId="20577"/>
      <pc:docMkLst>
        <pc:docMk/>
      </pc:docMkLst>
      <pc:sldChg chg="addSp modSp ord">
        <pc:chgData name="Xu, Bin" userId="S::binxu@ou.edu::145e1070-b847-4595-9a1d-8e7761eb9e6f" providerId="AD" clId="Web-{7185B715-AD0A-47F9-3E5F-F8FA21CAB4AE}" dt="2026-10-21T20:44:34.242" v="5" actId="20577"/>
        <pc:sldMkLst>
          <pc:docMk/>
          <pc:sldMk cId="378674729" sldId="263"/>
        </pc:sldMkLst>
        <pc:spChg chg="add mod">
          <ac:chgData name="Xu, Bin" userId="S::binxu@ou.edu::145e1070-b847-4595-9a1d-8e7761eb9e6f" providerId="AD" clId="Web-{7185B715-AD0A-47F9-3E5F-F8FA21CAB4AE}" dt="2026-10-21T20:44:34.242" v="5" actId="20577"/>
          <ac:spMkLst>
            <pc:docMk/>
            <pc:sldMk cId="378674729" sldId="263"/>
            <ac:spMk id="2" creationId="{A2988CBB-E00C-7401-6C7A-3501C2004DC8}"/>
          </ac:spMkLst>
        </pc:spChg>
      </pc:sldChg>
      <pc:sldChg chg="modSp new">
        <pc:chgData name="Xu, Bin" userId="S::binxu@ou.edu::145e1070-b847-4595-9a1d-8e7761eb9e6f" providerId="AD" clId="Web-{7185B715-AD0A-47F9-3E5F-F8FA21CAB4AE}" dt="2026-10-21T20:44:44.961" v="8" actId="20577"/>
        <pc:sldMkLst>
          <pc:docMk/>
          <pc:sldMk cId="1937287253" sldId="264"/>
        </pc:sldMkLst>
        <pc:spChg chg="mod">
          <ac:chgData name="Xu, Bin" userId="S::binxu@ou.edu::145e1070-b847-4595-9a1d-8e7761eb9e6f" providerId="AD" clId="Web-{7185B715-AD0A-47F9-3E5F-F8FA21CAB4AE}" dt="2026-10-21T20:44:44.961" v="8" actId="20577"/>
          <ac:spMkLst>
            <pc:docMk/>
            <pc:sldMk cId="1937287253" sldId="264"/>
            <ac:spMk id="2" creationId="{E1FE47B8-EDB7-2695-1919-F293898C2A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18507-15D3-10A0-1DED-EE9BA8C8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510AC8-5828-D759-0EEE-7883DD946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488859" y="1348776"/>
            <a:ext cx="2796469" cy="4160448"/>
          </a:xfrm>
          <a:prstGeom prst="rect">
            <a:avLst/>
          </a:prstGeom>
          <a:solidFill>
            <a:srgbClr val="FF0000">
              <a:alpha val="33504"/>
            </a:srgbClr>
          </a:solidFill>
        </p:spPr>
      </p:pic>
      <p:sp>
        <p:nvSpPr>
          <p:cNvPr id="4" name="Triangle 3">
            <a:extLst>
              <a:ext uri="{FF2B5EF4-FFF2-40B4-BE49-F238E27FC236}">
                <a16:creationId xmlns:a16="http://schemas.microsoft.com/office/drawing/2014/main" id="{9A3B4766-E99A-8377-256C-394540081CB9}"/>
              </a:ext>
            </a:extLst>
          </p:cNvPr>
          <p:cNvSpPr/>
          <p:nvPr/>
        </p:nvSpPr>
        <p:spPr>
          <a:xfrm rot="16200000">
            <a:off x="7209493" y="2093412"/>
            <a:ext cx="1515649" cy="2671175"/>
          </a:xfrm>
          <a:prstGeom prst="triangle">
            <a:avLst/>
          </a:prstGeom>
          <a:solidFill>
            <a:schemeClr val="accent1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2EB4A9E4-1E0F-9D1C-69FD-472C41990895}"/>
              </a:ext>
            </a:extLst>
          </p:cNvPr>
          <p:cNvSpPr/>
          <p:nvPr/>
        </p:nvSpPr>
        <p:spPr>
          <a:xfrm rot="16200000">
            <a:off x="5932606" y="2973893"/>
            <a:ext cx="2308459" cy="910211"/>
          </a:xfrm>
          <a:prstGeom prst="triangle">
            <a:avLst/>
          </a:prstGeom>
          <a:solidFill>
            <a:srgbClr val="FF0000">
              <a:alpha val="4199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EC2DC1E8-D84C-7CEF-08EE-F4C309566972}"/>
              </a:ext>
            </a:extLst>
          </p:cNvPr>
          <p:cNvSpPr/>
          <p:nvPr/>
        </p:nvSpPr>
        <p:spPr>
          <a:xfrm rot="12812255">
            <a:off x="5605201" y="1815986"/>
            <a:ext cx="1745396" cy="1243290"/>
          </a:xfrm>
          <a:prstGeom prst="triangle">
            <a:avLst/>
          </a:prstGeom>
          <a:solidFill>
            <a:schemeClr val="accent5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853E15DB-5DEB-3313-BD74-5E26CC0B79B6}"/>
              </a:ext>
            </a:extLst>
          </p:cNvPr>
          <p:cNvSpPr/>
          <p:nvPr/>
        </p:nvSpPr>
        <p:spPr>
          <a:xfrm rot="8847377">
            <a:off x="4905405" y="1802519"/>
            <a:ext cx="1728931" cy="1261653"/>
          </a:xfrm>
          <a:prstGeom prst="triangle">
            <a:avLst/>
          </a:prstGeom>
          <a:solidFill>
            <a:schemeClr val="bg2">
              <a:lumMod val="1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4043EF-A5C4-DFC0-5D99-193D04E46BA5}"/>
              </a:ext>
            </a:extLst>
          </p:cNvPr>
          <p:cNvSpPr txBox="1"/>
          <p:nvPr/>
        </p:nvSpPr>
        <p:spPr>
          <a:xfrm>
            <a:off x="6600761" y="3332900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110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A1D383-9E5B-5319-22BC-C24D10BAD9B4}"/>
              </a:ext>
            </a:extLst>
          </p:cNvPr>
          <p:cNvSpPr txBox="1"/>
          <p:nvPr/>
        </p:nvSpPr>
        <p:spPr>
          <a:xfrm>
            <a:off x="7715718" y="333290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0FBC2F-B814-188C-69D3-9A2EF533E155}"/>
              </a:ext>
            </a:extLst>
          </p:cNvPr>
          <p:cNvSpPr txBox="1"/>
          <p:nvPr/>
        </p:nvSpPr>
        <p:spPr>
          <a:xfrm>
            <a:off x="5454140" y="238120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7</a:t>
            </a:r>
            <a:r>
              <a:rPr lang="en-US" altLang="zh-CN" sz="1100" b="1" dirty="0">
                <a:solidFill>
                  <a:srgbClr val="FF0000"/>
                </a:solidFill>
              </a:rPr>
              <a:t>0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50E555-58CA-A584-5E94-CA580B6843E6}"/>
              </a:ext>
            </a:extLst>
          </p:cNvPr>
          <p:cNvSpPr txBox="1"/>
          <p:nvPr/>
        </p:nvSpPr>
        <p:spPr>
          <a:xfrm>
            <a:off x="6227422" y="2430879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7</a:t>
            </a:r>
            <a:r>
              <a:rPr lang="en-US" altLang="zh-CN" sz="1100" b="1" dirty="0">
                <a:solidFill>
                  <a:srgbClr val="FF0000"/>
                </a:solidFill>
              </a:rPr>
              <a:t>0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61D7A7C1-3D2F-D7B7-25C2-E593CB570936}"/>
              </a:ext>
            </a:extLst>
          </p:cNvPr>
          <p:cNvSpPr/>
          <p:nvPr/>
        </p:nvSpPr>
        <p:spPr>
          <a:xfrm rot="19550316">
            <a:off x="5626399" y="3827249"/>
            <a:ext cx="1658022" cy="1121957"/>
          </a:xfrm>
          <a:prstGeom prst="triangle">
            <a:avLst/>
          </a:prstGeom>
          <a:solidFill>
            <a:schemeClr val="accent5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BFDAA2A6-E98C-237D-872B-4E3C1996F941}"/>
              </a:ext>
            </a:extLst>
          </p:cNvPr>
          <p:cNvSpPr/>
          <p:nvPr/>
        </p:nvSpPr>
        <p:spPr>
          <a:xfrm rot="2053066">
            <a:off x="5042208" y="3806610"/>
            <a:ext cx="1601152" cy="1161658"/>
          </a:xfrm>
          <a:prstGeom prst="triangle">
            <a:avLst/>
          </a:prstGeom>
          <a:solidFill>
            <a:schemeClr val="bg2">
              <a:lumMod val="1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741A43-0847-D54E-F76D-ACD356328AD2}"/>
              </a:ext>
            </a:extLst>
          </p:cNvPr>
          <p:cNvSpPr txBox="1"/>
          <p:nvPr/>
        </p:nvSpPr>
        <p:spPr>
          <a:xfrm>
            <a:off x="5442405" y="395358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7</a:t>
            </a:r>
            <a:r>
              <a:rPr lang="en-US" altLang="zh-CN" sz="1100" b="1" dirty="0">
                <a:solidFill>
                  <a:srgbClr val="FF0000"/>
                </a:solidFill>
              </a:rPr>
              <a:t>0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718929-9EE1-D28A-FB9D-5914BBF788A9}"/>
              </a:ext>
            </a:extLst>
          </p:cNvPr>
          <p:cNvSpPr txBox="1"/>
          <p:nvPr/>
        </p:nvSpPr>
        <p:spPr>
          <a:xfrm>
            <a:off x="6121787" y="395358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7</a:t>
            </a:r>
            <a:r>
              <a:rPr lang="en-US" altLang="zh-CN" sz="1100" b="1" dirty="0">
                <a:solidFill>
                  <a:srgbClr val="FF0000"/>
                </a:solidFill>
              </a:rPr>
              <a:t>0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59D6CD-39A2-8C80-3272-74D614640FE2}"/>
              </a:ext>
            </a:extLst>
          </p:cNvPr>
          <p:cNvSpPr txBox="1"/>
          <p:nvPr/>
        </p:nvSpPr>
        <p:spPr>
          <a:xfrm>
            <a:off x="8610763" y="3332900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A69C06-75E2-F62A-088D-25F766EBF437}"/>
              </a:ext>
            </a:extLst>
          </p:cNvPr>
          <p:cNvSpPr txBox="1"/>
          <p:nvPr/>
        </p:nvSpPr>
        <p:spPr>
          <a:xfrm>
            <a:off x="7451809" y="2573632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AE44C-F168-ACD8-EA92-CCA952B7461C}"/>
              </a:ext>
            </a:extLst>
          </p:cNvPr>
          <p:cNvSpPr txBox="1"/>
          <p:nvPr/>
        </p:nvSpPr>
        <p:spPr>
          <a:xfrm>
            <a:off x="6485261" y="1740059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CAD493-A645-4716-0D0A-988526AD9A4C}"/>
              </a:ext>
            </a:extLst>
          </p:cNvPr>
          <p:cNvSpPr txBox="1"/>
          <p:nvPr/>
        </p:nvSpPr>
        <p:spPr>
          <a:xfrm>
            <a:off x="5068969" y="1722988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6A588E-9AC7-B591-3A65-67B15EC7D2A0}"/>
              </a:ext>
            </a:extLst>
          </p:cNvPr>
          <p:cNvSpPr txBox="1"/>
          <p:nvPr/>
        </p:nvSpPr>
        <p:spPr>
          <a:xfrm>
            <a:off x="6463087" y="4692226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B98AE2-61B6-E96D-B072-19D91E072FEE}"/>
              </a:ext>
            </a:extLst>
          </p:cNvPr>
          <p:cNvSpPr txBox="1"/>
          <p:nvPr/>
        </p:nvSpPr>
        <p:spPr>
          <a:xfrm>
            <a:off x="5046795" y="4675155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6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7312C4-2125-CB3E-55F4-3BF6018E36B4}"/>
              </a:ext>
            </a:extLst>
          </p:cNvPr>
          <p:cNvCxnSpPr>
            <a:cxnSpLocks/>
          </p:cNvCxnSpPr>
          <p:nvPr/>
        </p:nvCxnSpPr>
        <p:spPr>
          <a:xfrm flipH="1" flipV="1">
            <a:off x="2977978" y="1436537"/>
            <a:ext cx="1723815" cy="9446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4459D0-462F-9FB0-F4BB-989468188753}"/>
              </a:ext>
            </a:extLst>
          </p:cNvPr>
          <p:cNvCxnSpPr>
            <a:cxnSpLocks/>
          </p:cNvCxnSpPr>
          <p:nvPr/>
        </p:nvCxnSpPr>
        <p:spPr>
          <a:xfrm flipH="1">
            <a:off x="2712308" y="4432752"/>
            <a:ext cx="2153245" cy="8851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>
            <a:extLst>
              <a:ext uri="{FF2B5EF4-FFF2-40B4-BE49-F238E27FC236}">
                <a16:creationId xmlns:a16="http://schemas.microsoft.com/office/drawing/2014/main" id="{C9088323-F3B7-1882-49E4-D8C4E62FB518}"/>
              </a:ext>
            </a:extLst>
          </p:cNvPr>
          <p:cNvSpPr/>
          <p:nvPr/>
        </p:nvSpPr>
        <p:spPr>
          <a:xfrm>
            <a:off x="2693773" y="144357"/>
            <a:ext cx="8861355" cy="6448700"/>
          </a:xfrm>
          <a:custGeom>
            <a:avLst/>
            <a:gdLst>
              <a:gd name="csX0" fmla="*/ 290384 w 8861355"/>
              <a:gd name="csY0" fmla="*/ 1295205 h 6448700"/>
              <a:gd name="csX1" fmla="*/ 2082113 w 8861355"/>
              <a:gd name="csY1" fmla="*/ 220167 h 6448700"/>
              <a:gd name="csX2" fmla="*/ 5443151 w 8861355"/>
              <a:gd name="csY2" fmla="*/ 133670 h 6448700"/>
              <a:gd name="csX3" fmla="*/ 8402595 w 8861355"/>
              <a:gd name="csY3" fmla="*/ 1721513 h 6448700"/>
              <a:gd name="csX4" fmla="*/ 8748584 w 8861355"/>
              <a:gd name="csY4" fmla="*/ 4495605 h 6448700"/>
              <a:gd name="csX5" fmla="*/ 7352270 w 8861355"/>
              <a:gd name="csY5" fmla="*/ 5885740 h 6448700"/>
              <a:gd name="csX6" fmla="*/ 4880919 w 8861355"/>
              <a:gd name="csY6" fmla="*/ 6330584 h 6448700"/>
              <a:gd name="csX7" fmla="*/ 1136822 w 8861355"/>
              <a:gd name="csY7" fmla="*/ 6349119 h 6448700"/>
              <a:gd name="csX8" fmla="*/ 0 w 8861355"/>
              <a:gd name="csY8" fmla="*/ 5169048 h 644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861355" h="6448700">
                <a:moveTo>
                  <a:pt x="290384" y="1295205"/>
                </a:moveTo>
                <a:cubicBezTo>
                  <a:pt x="756851" y="854480"/>
                  <a:pt x="1223319" y="413756"/>
                  <a:pt x="2082113" y="220167"/>
                </a:cubicBezTo>
                <a:cubicBezTo>
                  <a:pt x="2940908" y="26578"/>
                  <a:pt x="4389737" y="-116554"/>
                  <a:pt x="5443151" y="133670"/>
                </a:cubicBezTo>
                <a:cubicBezTo>
                  <a:pt x="6496565" y="383894"/>
                  <a:pt x="7851690" y="994524"/>
                  <a:pt x="8402595" y="1721513"/>
                </a:cubicBezTo>
                <a:cubicBezTo>
                  <a:pt x="8953500" y="2448502"/>
                  <a:pt x="8923638" y="3801567"/>
                  <a:pt x="8748584" y="4495605"/>
                </a:cubicBezTo>
                <a:cubicBezTo>
                  <a:pt x="8573530" y="5189643"/>
                  <a:pt x="7996881" y="5579910"/>
                  <a:pt x="7352270" y="5885740"/>
                </a:cubicBezTo>
                <a:cubicBezTo>
                  <a:pt x="6707659" y="6191570"/>
                  <a:pt x="5916827" y="6253354"/>
                  <a:pt x="4880919" y="6330584"/>
                </a:cubicBezTo>
                <a:cubicBezTo>
                  <a:pt x="3845011" y="6407814"/>
                  <a:pt x="1950309" y="6542708"/>
                  <a:pt x="1136822" y="6349119"/>
                </a:cubicBezTo>
                <a:cubicBezTo>
                  <a:pt x="323336" y="6155530"/>
                  <a:pt x="301711" y="5641694"/>
                  <a:pt x="0" y="516904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988CBB-E00C-7401-6C7A-3501C2004DC8}"/>
              </a:ext>
            </a:extLst>
          </p:cNvPr>
          <p:cNvSpPr txBox="1"/>
          <p:nvPr/>
        </p:nvSpPr>
        <p:spPr>
          <a:xfrm>
            <a:off x="369454" y="39716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Current Setup</a:t>
            </a:r>
          </a:p>
        </p:txBody>
      </p:sp>
    </p:spTree>
    <p:extLst>
      <p:ext uri="{BB962C8B-B14F-4D97-AF65-F5344CB8AC3E}">
        <p14:creationId xmlns:p14="http://schemas.microsoft.com/office/powerpoint/2010/main" val="378674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E47B8-EDB7-2695-1919-F293898C2A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Backup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0B065-600B-50B1-7C12-7CBFD41F08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87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F0F9A2-906A-8D6C-A25E-33488A9CF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488859" y="1348776"/>
            <a:ext cx="2796469" cy="4160448"/>
          </a:xfrm>
          <a:prstGeom prst="rect">
            <a:avLst/>
          </a:prstGeom>
          <a:solidFill>
            <a:srgbClr val="FF0000">
              <a:alpha val="33504"/>
            </a:srgbClr>
          </a:solidFill>
        </p:spPr>
      </p:pic>
      <p:sp>
        <p:nvSpPr>
          <p:cNvPr id="4" name="Triangle 3">
            <a:extLst>
              <a:ext uri="{FF2B5EF4-FFF2-40B4-BE49-F238E27FC236}">
                <a16:creationId xmlns:a16="http://schemas.microsoft.com/office/drawing/2014/main" id="{13BE628A-899A-C663-2672-0DFFF2B133D1}"/>
              </a:ext>
            </a:extLst>
          </p:cNvPr>
          <p:cNvSpPr/>
          <p:nvPr/>
        </p:nvSpPr>
        <p:spPr>
          <a:xfrm rot="16200000">
            <a:off x="7209493" y="2093412"/>
            <a:ext cx="1515649" cy="2671175"/>
          </a:xfrm>
          <a:prstGeom prst="triangle">
            <a:avLst/>
          </a:prstGeom>
          <a:solidFill>
            <a:schemeClr val="accent1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4D573B1A-97DC-79C4-8365-FE943F16CF12}"/>
              </a:ext>
            </a:extLst>
          </p:cNvPr>
          <p:cNvSpPr/>
          <p:nvPr/>
        </p:nvSpPr>
        <p:spPr>
          <a:xfrm rot="16200000">
            <a:off x="5932606" y="2973893"/>
            <a:ext cx="2308459" cy="910211"/>
          </a:xfrm>
          <a:prstGeom prst="triangle">
            <a:avLst/>
          </a:prstGeom>
          <a:solidFill>
            <a:srgbClr val="FF0000">
              <a:alpha val="4199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67BEE9F4-2FB5-C5DC-7E35-F3C2C35EB92F}"/>
              </a:ext>
            </a:extLst>
          </p:cNvPr>
          <p:cNvSpPr/>
          <p:nvPr/>
        </p:nvSpPr>
        <p:spPr>
          <a:xfrm rot="13398426">
            <a:off x="5453033" y="2025594"/>
            <a:ext cx="2064456" cy="1029260"/>
          </a:xfrm>
          <a:prstGeom prst="triangle">
            <a:avLst/>
          </a:prstGeom>
          <a:solidFill>
            <a:schemeClr val="accent5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8A43A62D-E849-C5A9-0FB5-AC75D3936D0B}"/>
              </a:ext>
            </a:extLst>
          </p:cNvPr>
          <p:cNvSpPr/>
          <p:nvPr/>
        </p:nvSpPr>
        <p:spPr>
          <a:xfrm rot="8425548">
            <a:off x="4798109" y="1997375"/>
            <a:ext cx="2064456" cy="1029260"/>
          </a:xfrm>
          <a:prstGeom prst="triangle">
            <a:avLst/>
          </a:prstGeom>
          <a:solidFill>
            <a:schemeClr val="bg2">
              <a:lumMod val="1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31A12820-C371-D2D2-AF43-E2ED6BB1D888}"/>
              </a:ext>
            </a:extLst>
          </p:cNvPr>
          <p:cNvSpPr/>
          <p:nvPr/>
        </p:nvSpPr>
        <p:spPr>
          <a:xfrm rot="5400000">
            <a:off x="3154255" y="2929749"/>
            <a:ext cx="2308459" cy="910211"/>
          </a:xfrm>
          <a:prstGeom prst="triangle">
            <a:avLst/>
          </a:prstGeom>
          <a:solidFill>
            <a:srgbClr val="FF0000">
              <a:alpha val="4199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82607F-5D71-898E-1CEB-383D61235DA3}"/>
              </a:ext>
            </a:extLst>
          </p:cNvPr>
          <p:cNvSpPr txBox="1"/>
          <p:nvPr/>
        </p:nvSpPr>
        <p:spPr>
          <a:xfrm>
            <a:off x="4088085" y="3298193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110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49222-91FA-AA55-84BD-522388104E80}"/>
              </a:ext>
            </a:extLst>
          </p:cNvPr>
          <p:cNvSpPr txBox="1"/>
          <p:nvPr/>
        </p:nvSpPr>
        <p:spPr>
          <a:xfrm>
            <a:off x="6600761" y="3332900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110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96595-0FC0-FDA7-828F-34E674C14BFA}"/>
              </a:ext>
            </a:extLst>
          </p:cNvPr>
          <p:cNvSpPr txBox="1"/>
          <p:nvPr/>
        </p:nvSpPr>
        <p:spPr>
          <a:xfrm>
            <a:off x="7715718" y="333290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F6639E-36A9-34E3-18CB-16CFD05B2463}"/>
              </a:ext>
            </a:extLst>
          </p:cNvPr>
          <p:cNvSpPr txBox="1"/>
          <p:nvPr/>
        </p:nvSpPr>
        <p:spPr>
          <a:xfrm>
            <a:off x="5454140" y="238120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DF24A7-C356-370A-3070-39252B8A51AB}"/>
              </a:ext>
            </a:extLst>
          </p:cNvPr>
          <p:cNvSpPr txBox="1"/>
          <p:nvPr/>
        </p:nvSpPr>
        <p:spPr>
          <a:xfrm>
            <a:off x="6227422" y="2430879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97</a:t>
            </a: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F1054424-E21D-046A-16CB-BC5216ED510F}"/>
              </a:ext>
            </a:extLst>
          </p:cNvPr>
          <p:cNvSpPr/>
          <p:nvPr/>
        </p:nvSpPr>
        <p:spPr>
          <a:xfrm rot="19276353">
            <a:off x="5404710" y="3700560"/>
            <a:ext cx="2064456" cy="1029260"/>
          </a:xfrm>
          <a:prstGeom prst="triangle">
            <a:avLst/>
          </a:prstGeom>
          <a:solidFill>
            <a:schemeClr val="accent5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E9CB36D0-4B3B-2792-86C0-694AFA73D60B}"/>
              </a:ext>
            </a:extLst>
          </p:cNvPr>
          <p:cNvSpPr/>
          <p:nvPr/>
        </p:nvSpPr>
        <p:spPr>
          <a:xfrm rot="2252093">
            <a:off x="4771457" y="3709154"/>
            <a:ext cx="2064456" cy="1029260"/>
          </a:xfrm>
          <a:prstGeom prst="triangle">
            <a:avLst/>
          </a:prstGeom>
          <a:solidFill>
            <a:schemeClr val="bg2">
              <a:lumMod val="1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29F5F8-DFBE-82AE-5A6A-4A831C979C1C}"/>
              </a:ext>
            </a:extLst>
          </p:cNvPr>
          <p:cNvSpPr txBox="1"/>
          <p:nvPr/>
        </p:nvSpPr>
        <p:spPr>
          <a:xfrm>
            <a:off x="5442405" y="395358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6B522-1495-F973-C221-B444200C179A}"/>
              </a:ext>
            </a:extLst>
          </p:cNvPr>
          <p:cNvSpPr txBox="1"/>
          <p:nvPr/>
        </p:nvSpPr>
        <p:spPr>
          <a:xfrm>
            <a:off x="6121787" y="395358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42339D-68DB-08FC-AC2F-3B0CB43FF92F}"/>
              </a:ext>
            </a:extLst>
          </p:cNvPr>
          <p:cNvSpPr txBox="1"/>
          <p:nvPr/>
        </p:nvSpPr>
        <p:spPr>
          <a:xfrm>
            <a:off x="9362920" y="3309816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53A4B8-7106-25B2-C480-00160C3C177E}"/>
              </a:ext>
            </a:extLst>
          </p:cNvPr>
          <p:cNvSpPr txBox="1"/>
          <p:nvPr/>
        </p:nvSpPr>
        <p:spPr>
          <a:xfrm>
            <a:off x="7451809" y="2573632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DAC40E-EBA1-4C79-4B83-717E188C3FB9}"/>
              </a:ext>
            </a:extLst>
          </p:cNvPr>
          <p:cNvSpPr txBox="1"/>
          <p:nvPr/>
        </p:nvSpPr>
        <p:spPr>
          <a:xfrm>
            <a:off x="6485261" y="1740059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377B4B-F78C-9A18-8341-5F58EAF2D78B}"/>
              </a:ext>
            </a:extLst>
          </p:cNvPr>
          <p:cNvSpPr txBox="1"/>
          <p:nvPr/>
        </p:nvSpPr>
        <p:spPr>
          <a:xfrm>
            <a:off x="5068969" y="1722988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A9D047-FE4D-FE65-3316-A4A1B995AF77}"/>
              </a:ext>
            </a:extLst>
          </p:cNvPr>
          <p:cNvSpPr txBox="1"/>
          <p:nvPr/>
        </p:nvSpPr>
        <p:spPr>
          <a:xfrm>
            <a:off x="6463087" y="4692226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1A3443-9B2A-C7AE-D6F4-E8569C3B65F5}"/>
              </a:ext>
            </a:extLst>
          </p:cNvPr>
          <p:cNvSpPr txBox="1"/>
          <p:nvPr/>
        </p:nvSpPr>
        <p:spPr>
          <a:xfrm>
            <a:off x="5046795" y="4675155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9AD8FB-CF28-9178-CA3E-262A8751C0C1}"/>
              </a:ext>
            </a:extLst>
          </p:cNvPr>
          <p:cNvSpPr txBox="1"/>
          <p:nvPr/>
        </p:nvSpPr>
        <p:spPr>
          <a:xfrm>
            <a:off x="3155689" y="3332900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7</a:t>
            </a:r>
          </a:p>
        </p:txBody>
      </p:sp>
    </p:spTree>
    <p:extLst>
      <p:ext uri="{BB962C8B-B14F-4D97-AF65-F5344CB8AC3E}">
        <p14:creationId xmlns:p14="http://schemas.microsoft.com/office/powerpoint/2010/main" val="471430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2F646-DA89-5DE5-855F-ADDFF3176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38F1F1-B816-1DA1-81AA-3B9618864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488859" y="1348776"/>
            <a:ext cx="2796469" cy="4160448"/>
          </a:xfrm>
          <a:prstGeom prst="rect">
            <a:avLst/>
          </a:prstGeom>
          <a:solidFill>
            <a:srgbClr val="FF0000">
              <a:alpha val="33504"/>
            </a:srgbClr>
          </a:solidFill>
        </p:spPr>
      </p:pic>
      <p:sp>
        <p:nvSpPr>
          <p:cNvPr id="4" name="Triangle 3">
            <a:extLst>
              <a:ext uri="{FF2B5EF4-FFF2-40B4-BE49-F238E27FC236}">
                <a16:creationId xmlns:a16="http://schemas.microsoft.com/office/drawing/2014/main" id="{847E6B46-4BD8-EFA4-D5ED-63F080C3DBC9}"/>
              </a:ext>
            </a:extLst>
          </p:cNvPr>
          <p:cNvSpPr/>
          <p:nvPr/>
        </p:nvSpPr>
        <p:spPr>
          <a:xfrm rot="16200000">
            <a:off x="7209493" y="2093412"/>
            <a:ext cx="1515649" cy="2671175"/>
          </a:xfrm>
          <a:prstGeom prst="triangle">
            <a:avLst/>
          </a:prstGeom>
          <a:solidFill>
            <a:schemeClr val="accent1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F8A7E28C-67E7-F4B4-C13E-2A62AAAEB30A}"/>
              </a:ext>
            </a:extLst>
          </p:cNvPr>
          <p:cNvSpPr/>
          <p:nvPr/>
        </p:nvSpPr>
        <p:spPr>
          <a:xfrm rot="16200000">
            <a:off x="5932606" y="2973893"/>
            <a:ext cx="2308459" cy="910211"/>
          </a:xfrm>
          <a:prstGeom prst="triangle">
            <a:avLst/>
          </a:prstGeom>
          <a:solidFill>
            <a:srgbClr val="FF0000">
              <a:alpha val="4199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8FFA9837-D2FB-E190-5BDA-154542F959E9}"/>
              </a:ext>
            </a:extLst>
          </p:cNvPr>
          <p:cNvSpPr/>
          <p:nvPr/>
        </p:nvSpPr>
        <p:spPr>
          <a:xfrm rot="12812255">
            <a:off x="5605201" y="1815986"/>
            <a:ext cx="1745396" cy="1243290"/>
          </a:xfrm>
          <a:prstGeom prst="triangle">
            <a:avLst/>
          </a:prstGeom>
          <a:solidFill>
            <a:schemeClr val="accent5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57ACEAC6-F811-3065-D45B-BF09ED83DB5B}"/>
              </a:ext>
            </a:extLst>
          </p:cNvPr>
          <p:cNvSpPr/>
          <p:nvPr/>
        </p:nvSpPr>
        <p:spPr>
          <a:xfrm rot="8847377">
            <a:off x="4905405" y="1802519"/>
            <a:ext cx="1728931" cy="1261653"/>
          </a:xfrm>
          <a:prstGeom prst="triangle">
            <a:avLst/>
          </a:prstGeom>
          <a:solidFill>
            <a:schemeClr val="bg2">
              <a:lumMod val="1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0506E6FE-EB69-B1C1-23C3-68BCE15D36D4}"/>
              </a:ext>
            </a:extLst>
          </p:cNvPr>
          <p:cNvSpPr/>
          <p:nvPr/>
        </p:nvSpPr>
        <p:spPr>
          <a:xfrm rot="5400000">
            <a:off x="3154255" y="2929749"/>
            <a:ext cx="2308459" cy="910211"/>
          </a:xfrm>
          <a:prstGeom prst="triangle">
            <a:avLst/>
          </a:prstGeom>
          <a:solidFill>
            <a:srgbClr val="FF0000">
              <a:alpha val="4199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E11C5-6BBC-494F-2FED-F01A881F3096}"/>
              </a:ext>
            </a:extLst>
          </p:cNvPr>
          <p:cNvSpPr txBox="1"/>
          <p:nvPr/>
        </p:nvSpPr>
        <p:spPr>
          <a:xfrm>
            <a:off x="4088085" y="3298193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110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FBFE64-399E-C68E-3881-93066D6E57BA}"/>
              </a:ext>
            </a:extLst>
          </p:cNvPr>
          <p:cNvSpPr txBox="1"/>
          <p:nvPr/>
        </p:nvSpPr>
        <p:spPr>
          <a:xfrm>
            <a:off x="6600761" y="3332900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110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6B9EF9-0D9A-C7EA-EE78-A9FECF52EA70}"/>
              </a:ext>
            </a:extLst>
          </p:cNvPr>
          <p:cNvSpPr txBox="1"/>
          <p:nvPr/>
        </p:nvSpPr>
        <p:spPr>
          <a:xfrm>
            <a:off x="7715718" y="333290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B88A3A-F353-0820-7F38-082A52A26FD4}"/>
              </a:ext>
            </a:extLst>
          </p:cNvPr>
          <p:cNvSpPr txBox="1"/>
          <p:nvPr/>
        </p:nvSpPr>
        <p:spPr>
          <a:xfrm>
            <a:off x="5454140" y="238120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7</a:t>
            </a:r>
            <a:r>
              <a:rPr lang="en-US" altLang="zh-CN" sz="1100" b="1" dirty="0">
                <a:solidFill>
                  <a:srgbClr val="FF0000"/>
                </a:solidFill>
              </a:rPr>
              <a:t>0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D9C2D8-29FA-A69F-3B70-18D35B82998E}"/>
              </a:ext>
            </a:extLst>
          </p:cNvPr>
          <p:cNvSpPr txBox="1"/>
          <p:nvPr/>
        </p:nvSpPr>
        <p:spPr>
          <a:xfrm>
            <a:off x="6227422" y="2430879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7</a:t>
            </a:r>
            <a:r>
              <a:rPr lang="en-US" altLang="zh-CN" sz="1100" b="1" dirty="0">
                <a:solidFill>
                  <a:srgbClr val="FF0000"/>
                </a:solidFill>
              </a:rPr>
              <a:t>0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49005E42-1DE5-664F-64AC-3CE4C035F2E8}"/>
              </a:ext>
            </a:extLst>
          </p:cNvPr>
          <p:cNvSpPr/>
          <p:nvPr/>
        </p:nvSpPr>
        <p:spPr>
          <a:xfrm rot="19550316">
            <a:off x="5626399" y="3827249"/>
            <a:ext cx="1658022" cy="1121957"/>
          </a:xfrm>
          <a:prstGeom prst="triangle">
            <a:avLst/>
          </a:prstGeom>
          <a:solidFill>
            <a:schemeClr val="accent5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A3DDC78B-2ABA-3B12-D9BE-05037AB81FED}"/>
              </a:ext>
            </a:extLst>
          </p:cNvPr>
          <p:cNvSpPr/>
          <p:nvPr/>
        </p:nvSpPr>
        <p:spPr>
          <a:xfrm rot="2053066">
            <a:off x="5042208" y="3806610"/>
            <a:ext cx="1601152" cy="1161658"/>
          </a:xfrm>
          <a:prstGeom prst="triangle">
            <a:avLst/>
          </a:prstGeom>
          <a:solidFill>
            <a:schemeClr val="bg2">
              <a:lumMod val="1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EE75CF-DCEC-40B8-76DD-6F05C5BB76CA}"/>
              </a:ext>
            </a:extLst>
          </p:cNvPr>
          <p:cNvSpPr txBox="1"/>
          <p:nvPr/>
        </p:nvSpPr>
        <p:spPr>
          <a:xfrm>
            <a:off x="5442405" y="395358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7</a:t>
            </a:r>
            <a:r>
              <a:rPr lang="en-US" altLang="zh-CN" sz="1100" b="1" dirty="0">
                <a:solidFill>
                  <a:srgbClr val="FF0000"/>
                </a:solidFill>
              </a:rPr>
              <a:t>0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D534FA-D5E4-01B8-898B-D4670F7DAA84}"/>
              </a:ext>
            </a:extLst>
          </p:cNvPr>
          <p:cNvSpPr txBox="1"/>
          <p:nvPr/>
        </p:nvSpPr>
        <p:spPr>
          <a:xfrm>
            <a:off x="6121787" y="395358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7</a:t>
            </a:r>
            <a:r>
              <a:rPr lang="en-US" altLang="zh-CN" sz="1100" b="1" dirty="0">
                <a:solidFill>
                  <a:srgbClr val="FF0000"/>
                </a:solidFill>
              </a:rPr>
              <a:t>0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2FF3C3-B3B9-5204-3666-B77BC171F704}"/>
              </a:ext>
            </a:extLst>
          </p:cNvPr>
          <p:cNvSpPr txBox="1"/>
          <p:nvPr/>
        </p:nvSpPr>
        <p:spPr>
          <a:xfrm>
            <a:off x="8610763" y="3332900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05A640-422E-AC37-8A19-E4CC5BC0AC20}"/>
              </a:ext>
            </a:extLst>
          </p:cNvPr>
          <p:cNvSpPr txBox="1"/>
          <p:nvPr/>
        </p:nvSpPr>
        <p:spPr>
          <a:xfrm>
            <a:off x="7451809" y="2573632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D8153D-B000-79FB-74DE-D4728B680386}"/>
              </a:ext>
            </a:extLst>
          </p:cNvPr>
          <p:cNvSpPr txBox="1"/>
          <p:nvPr/>
        </p:nvSpPr>
        <p:spPr>
          <a:xfrm>
            <a:off x="6485261" y="1740059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674D6B-E899-2CA0-EBE0-A265D16334F2}"/>
              </a:ext>
            </a:extLst>
          </p:cNvPr>
          <p:cNvSpPr txBox="1"/>
          <p:nvPr/>
        </p:nvSpPr>
        <p:spPr>
          <a:xfrm>
            <a:off x="5068969" y="1722988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11E036-3C30-C5B3-DDD5-0DACA19B554E}"/>
              </a:ext>
            </a:extLst>
          </p:cNvPr>
          <p:cNvSpPr txBox="1"/>
          <p:nvPr/>
        </p:nvSpPr>
        <p:spPr>
          <a:xfrm>
            <a:off x="6463087" y="4692226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952CD9-FA96-F967-104E-F0F9C218934C}"/>
              </a:ext>
            </a:extLst>
          </p:cNvPr>
          <p:cNvSpPr txBox="1"/>
          <p:nvPr/>
        </p:nvSpPr>
        <p:spPr>
          <a:xfrm>
            <a:off x="5046795" y="4675155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EBB0D8-882C-F743-3357-A11BA0980327}"/>
              </a:ext>
            </a:extLst>
          </p:cNvPr>
          <p:cNvSpPr txBox="1"/>
          <p:nvPr/>
        </p:nvSpPr>
        <p:spPr>
          <a:xfrm>
            <a:off x="3155689" y="3332900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7</a:t>
            </a:r>
          </a:p>
        </p:txBody>
      </p:sp>
    </p:spTree>
    <p:extLst>
      <p:ext uri="{BB962C8B-B14F-4D97-AF65-F5344CB8AC3E}">
        <p14:creationId xmlns:p14="http://schemas.microsoft.com/office/powerpoint/2010/main" val="4255326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8368-BE79-A7C4-3366-D307D021E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37B2F2-A300-091A-0CB9-4AD907E45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488859" y="1348776"/>
            <a:ext cx="2796469" cy="4160448"/>
          </a:xfrm>
          <a:prstGeom prst="rect">
            <a:avLst/>
          </a:prstGeom>
          <a:solidFill>
            <a:srgbClr val="FF0000">
              <a:alpha val="33504"/>
            </a:srgbClr>
          </a:solidFill>
        </p:spPr>
      </p:pic>
      <p:sp>
        <p:nvSpPr>
          <p:cNvPr id="4" name="Triangle 3">
            <a:extLst>
              <a:ext uri="{FF2B5EF4-FFF2-40B4-BE49-F238E27FC236}">
                <a16:creationId xmlns:a16="http://schemas.microsoft.com/office/drawing/2014/main" id="{9E6710A3-C8FF-402C-25F9-C31988A627C4}"/>
              </a:ext>
            </a:extLst>
          </p:cNvPr>
          <p:cNvSpPr/>
          <p:nvPr/>
        </p:nvSpPr>
        <p:spPr>
          <a:xfrm rot="16200000">
            <a:off x="7209493" y="2093412"/>
            <a:ext cx="1515649" cy="2671175"/>
          </a:xfrm>
          <a:prstGeom prst="triangle">
            <a:avLst/>
          </a:prstGeom>
          <a:solidFill>
            <a:schemeClr val="accent1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7A7D7B85-F189-10AC-A140-D3D76330EB93}"/>
              </a:ext>
            </a:extLst>
          </p:cNvPr>
          <p:cNvSpPr/>
          <p:nvPr/>
        </p:nvSpPr>
        <p:spPr>
          <a:xfrm rot="13398426">
            <a:off x="5453033" y="2025594"/>
            <a:ext cx="2064456" cy="1029260"/>
          </a:xfrm>
          <a:prstGeom prst="triangle">
            <a:avLst/>
          </a:prstGeom>
          <a:solidFill>
            <a:schemeClr val="accent5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FB71F2A-C351-6025-E53F-CD6509FC5AE8}"/>
              </a:ext>
            </a:extLst>
          </p:cNvPr>
          <p:cNvSpPr/>
          <p:nvPr/>
        </p:nvSpPr>
        <p:spPr>
          <a:xfrm rot="8425548">
            <a:off x="4798109" y="1997375"/>
            <a:ext cx="2064456" cy="1029260"/>
          </a:xfrm>
          <a:prstGeom prst="triangle">
            <a:avLst/>
          </a:prstGeom>
          <a:solidFill>
            <a:schemeClr val="bg2">
              <a:lumMod val="1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90C64DE1-EBFB-9735-F317-09204B15A065}"/>
              </a:ext>
            </a:extLst>
          </p:cNvPr>
          <p:cNvSpPr/>
          <p:nvPr/>
        </p:nvSpPr>
        <p:spPr>
          <a:xfrm rot="5400000">
            <a:off x="3154255" y="2929749"/>
            <a:ext cx="2308459" cy="910211"/>
          </a:xfrm>
          <a:prstGeom prst="triangle">
            <a:avLst/>
          </a:prstGeom>
          <a:solidFill>
            <a:srgbClr val="FF0000">
              <a:alpha val="4199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54B977-3855-6C58-6B36-7D3D879CDE41}"/>
              </a:ext>
            </a:extLst>
          </p:cNvPr>
          <p:cNvSpPr txBox="1"/>
          <p:nvPr/>
        </p:nvSpPr>
        <p:spPr>
          <a:xfrm>
            <a:off x="4088085" y="3298193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110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8C5B3-B722-8ED3-3C98-14ECCD633196}"/>
              </a:ext>
            </a:extLst>
          </p:cNvPr>
          <p:cNvSpPr txBox="1"/>
          <p:nvPr/>
        </p:nvSpPr>
        <p:spPr>
          <a:xfrm>
            <a:off x="7715718" y="333290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6ED07-07C9-0FFC-F755-F8153AFB3782}"/>
              </a:ext>
            </a:extLst>
          </p:cNvPr>
          <p:cNvSpPr txBox="1"/>
          <p:nvPr/>
        </p:nvSpPr>
        <p:spPr>
          <a:xfrm>
            <a:off x="5454140" y="238120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2B8809-DA79-0965-9068-6AE3498273FA}"/>
              </a:ext>
            </a:extLst>
          </p:cNvPr>
          <p:cNvSpPr txBox="1"/>
          <p:nvPr/>
        </p:nvSpPr>
        <p:spPr>
          <a:xfrm>
            <a:off x="6227422" y="2430879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97</a:t>
            </a: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7EEE92AA-B332-19D5-A9D9-F32E478808C3}"/>
              </a:ext>
            </a:extLst>
          </p:cNvPr>
          <p:cNvSpPr/>
          <p:nvPr/>
        </p:nvSpPr>
        <p:spPr>
          <a:xfrm rot="19276353">
            <a:off x="5404710" y="3700560"/>
            <a:ext cx="2064456" cy="1029260"/>
          </a:xfrm>
          <a:prstGeom prst="triangle">
            <a:avLst/>
          </a:prstGeom>
          <a:solidFill>
            <a:schemeClr val="accent5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83A768D5-D1C9-0997-2DAE-279D5518B42C}"/>
              </a:ext>
            </a:extLst>
          </p:cNvPr>
          <p:cNvSpPr/>
          <p:nvPr/>
        </p:nvSpPr>
        <p:spPr>
          <a:xfrm rot="2252093">
            <a:off x="4771457" y="3709154"/>
            <a:ext cx="2064456" cy="1029260"/>
          </a:xfrm>
          <a:prstGeom prst="triangle">
            <a:avLst/>
          </a:prstGeom>
          <a:solidFill>
            <a:schemeClr val="bg2">
              <a:lumMod val="1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4AA392-FE69-A899-76FF-DF78C9827A7D}"/>
              </a:ext>
            </a:extLst>
          </p:cNvPr>
          <p:cNvSpPr txBox="1"/>
          <p:nvPr/>
        </p:nvSpPr>
        <p:spPr>
          <a:xfrm>
            <a:off x="5442405" y="395358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4415CA-26A1-5D4F-F732-9CBF7F08D306}"/>
              </a:ext>
            </a:extLst>
          </p:cNvPr>
          <p:cNvSpPr txBox="1"/>
          <p:nvPr/>
        </p:nvSpPr>
        <p:spPr>
          <a:xfrm>
            <a:off x="6121787" y="3923100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F1A0AA-2523-EDFF-20AB-75DAFD938252}"/>
              </a:ext>
            </a:extLst>
          </p:cNvPr>
          <p:cNvSpPr txBox="1"/>
          <p:nvPr/>
        </p:nvSpPr>
        <p:spPr>
          <a:xfrm>
            <a:off x="9362920" y="3309816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7ACFBB-2F1B-0316-9B07-B0FE3661566A}"/>
              </a:ext>
            </a:extLst>
          </p:cNvPr>
          <p:cNvSpPr txBox="1"/>
          <p:nvPr/>
        </p:nvSpPr>
        <p:spPr>
          <a:xfrm>
            <a:off x="6485261" y="1740059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35768E-7BFD-1F96-02AE-5EAA46CB3C0F}"/>
              </a:ext>
            </a:extLst>
          </p:cNvPr>
          <p:cNvSpPr txBox="1"/>
          <p:nvPr/>
        </p:nvSpPr>
        <p:spPr>
          <a:xfrm>
            <a:off x="5068969" y="1722988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447B1F-EA8C-91CD-166C-7803CD3CB558}"/>
              </a:ext>
            </a:extLst>
          </p:cNvPr>
          <p:cNvSpPr txBox="1"/>
          <p:nvPr/>
        </p:nvSpPr>
        <p:spPr>
          <a:xfrm>
            <a:off x="6463087" y="4661746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D4D7E-9F86-BB29-ECCA-E7B101E00E96}"/>
              </a:ext>
            </a:extLst>
          </p:cNvPr>
          <p:cNvSpPr txBox="1"/>
          <p:nvPr/>
        </p:nvSpPr>
        <p:spPr>
          <a:xfrm>
            <a:off x="5046795" y="4675155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7BD8D4-368E-40F0-5221-56929448017E}"/>
              </a:ext>
            </a:extLst>
          </p:cNvPr>
          <p:cNvSpPr txBox="1"/>
          <p:nvPr/>
        </p:nvSpPr>
        <p:spPr>
          <a:xfrm>
            <a:off x="3155689" y="3332900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7</a:t>
            </a: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AF6D38A5-9F9F-2149-8952-B01E93FE2DC5}"/>
              </a:ext>
            </a:extLst>
          </p:cNvPr>
          <p:cNvSpPr/>
          <p:nvPr/>
        </p:nvSpPr>
        <p:spPr>
          <a:xfrm rot="17891107">
            <a:off x="7047909" y="2784024"/>
            <a:ext cx="1515649" cy="2671175"/>
          </a:xfrm>
          <a:prstGeom prst="triangle">
            <a:avLst/>
          </a:prstGeom>
          <a:solidFill>
            <a:schemeClr val="accent1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F93D18-172C-E602-A187-AD420BD84C85}"/>
              </a:ext>
            </a:extLst>
          </p:cNvPr>
          <p:cNvSpPr txBox="1"/>
          <p:nvPr/>
        </p:nvSpPr>
        <p:spPr>
          <a:xfrm rot="1840341">
            <a:off x="7560230" y="4023512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40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CCC6C9-7955-1415-3FBE-C5E1F1319A87}"/>
              </a:ext>
            </a:extLst>
          </p:cNvPr>
          <p:cNvSpPr txBox="1"/>
          <p:nvPr/>
        </p:nvSpPr>
        <p:spPr>
          <a:xfrm rot="1840341">
            <a:off x="9207432" y="4000428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1</a:t>
            </a: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5DEFA76B-039A-4E57-6D28-590B412239CF}"/>
              </a:ext>
            </a:extLst>
          </p:cNvPr>
          <p:cNvSpPr/>
          <p:nvPr/>
        </p:nvSpPr>
        <p:spPr>
          <a:xfrm rot="14525715">
            <a:off x="7057093" y="1404564"/>
            <a:ext cx="1515649" cy="2671175"/>
          </a:xfrm>
          <a:prstGeom prst="triangle">
            <a:avLst/>
          </a:prstGeom>
          <a:solidFill>
            <a:schemeClr val="accent1">
              <a:lumMod val="60000"/>
              <a:lumOff val="40000"/>
              <a:alpha val="2193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2D7B1A-3422-FA04-6206-BD7BE2274217}"/>
              </a:ext>
            </a:extLst>
          </p:cNvPr>
          <p:cNvSpPr txBox="1"/>
          <p:nvPr/>
        </p:nvSpPr>
        <p:spPr>
          <a:xfrm rot="19925715">
            <a:off x="7563318" y="2644052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FOV 40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345EF6-AB4D-6FB2-14D3-0F7D0A920022}"/>
              </a:ext>
            </a:extLst>
          </p:cNvPr>
          <p:cNvSpPr txBox="1"/>
          <p:nvPr/>
        </p:nvSpPr>
        <p:spPr>
          <a:xfrm rot="19925715">
            <a:off x="9210520" y="2620968"/>
            <a:ext cx="688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CAM 1</a:t>
            </a:r>
          </a:p>
        </p:txBody>
      </p:sp>
    </p:spTree>
    <p:extLst>
      <p:ext uri="{BB962C8B-B14F-4D97-AF65-F5344CB8AC3E}">
        <p14:creationId xmlns:p14="http://schemas.microsoft.com/office/powerpoint/2010/main" val="2644230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7326</TotalTime>
  <Words>112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Backup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Xu, Bin</cp:lastModifiedBy>
  <cp:revision>12</cp:revision>
  <dcterms:created xsi:type="dcterms:W3CDTF">2026-02-09T22:26:44Z</dcterms:created>
  <dcterms:modified xsi:type="dcterms:W3CDTF">2026-10-21T20:44:50Z</dcterms:modified>
</cp:coreProperties>
</file>